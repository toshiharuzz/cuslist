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顧客リスト管理システム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</a:defRPr>
            </a:pPr>
            <a:r>
              <a:t>Customer List Management System (cuslist)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2025年12月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システム概要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400" b="1">
                <a:solidFill>
                  <a:srgbClr val="4F46E5"/>
                </a:solidFill>
              </a:defRPr>
            </a:pPr>
            <a:r>
              <a:t>🎯 目的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中小企業・個人事業主向けの顧客情報管理システム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セキュアなデータ保存と柔軟な課金プランを提供</a:t>
            </a:r>
          </a:p>
          <a:p>
            <a:pPr>
              <a:defRPr sz="600"/>
            </a:pPr>
          </a:p>
          <a:p>
            <a:pPr>
              <a:spcBef>
                <a:spcPts val="1200"/>
              </a:spcBef>
              <a:defRPr sz="2400" b="1">
                <a:solidFill>
                  <a:srgbClr val="4F46E5"/>
                </a:solidFill>
              </a:defRPr>
            </a:pPr>
            <a:r>
              <a:t>✨ 主な特徴</a:t>
            </a:r>
          </a:p>
          <a:p>
            <a:pPr lvl="1">
              <a:defRPr sz="1600">
                <a:solidFill>
                  <a:srgbClr val="334155"/>
                </a:solidFill>
              </a:defRPr>
            </a:pPr>
            <a:r>
              <a:t>• AES暗号化による顧客情報の安全な保存</a:t>
            </a:r>
          </a:p>
          <a:p>
            <a:pPr lvl="1">
              <a:defRPr sz="1600">
                <a:solidFill>
                  <a:srgbClr val="334155"/>
                </a:solidFill>
              </a:defRPr>
            </a:pPr>
            <a:r>
              <a:t>• CSVベースの軽量なデータ管理</a:t>
            </a:r>
          </a:p>
          <a:p>
            <a:pPr lvl="1">
              <a:defRPr sz="1600">
                <a:solidFill>
                  <a:srgbClr val="334155"/>
                </a:solidFill>
              </a:defRPr>
            </a:pPr>
            <a:r>
              <a:t>• 6種類の柔軟な課金プラン</a:t>
            </a:r>
          </a:p>
          <a:p>
            <a:pPr lvl="1">
              <a:defRPr sz="1600">
                <a:solidFill>
                  <a:srgbClr val="334155"/>
                </a:solidFill>
              </a:defRPr>
            </a:pPr>
            <a:r>
              <a:t>• モダンでプレミアムなUI/UX</a:t>
            </a:r>
          </a:p>
          <a:p>
            <a:pPr lvl="1">
              <a:defRPr sz="1600">
                <a:solidFill>
                  <a:srgbClr val="334155"/>
                </a:solidFill>
              </a:defRPr>
            </a:pPr>
            <a:r>
              <a:t>• ログイン認証とアクセス制御</a:t>
            </a:r>
          </a:p>
          <a:p>
            <a:pPr>
              <a:defRPr sz="600"/>
            </a:pPr>
          </a:p>
          <a:p>
            <a:pPr>
              <a:spcBef>
                <a:spcPts val="1200"/>
              </a:spcBef>
              <a:defRPr sz="2400" b="1">
                <a:solidFill>
                  <a:srgbClr val="4F46E5"/>
                </a:solidFill>
              </a:defRPr>
            </a:pPr>
            <a:r>
              <a:t>🛠️ 技術スタック</a:t>
            </a:r>
          </a:p>
          <a:p>
            <a:pPr lvl="1">
              <a:defRPr sz="1600">
                <a:solidFill>
                  <a:srgbClr val="334155"/>
                </a:solidFill>
              </a:defRPr>
            </a:pPr>
            <a:r>
              <a:t>• Backend: Python 3.9+, Flask</a:t>
            </a:r>
          </a:p>
          <a:p>
            <a:pPr lvl="1">
              <a:defRPr sz="1600">
                <a:solidFill>
                  <a:srgbClr val="334155"/>
                </a:solidFill>
              </a:defRPr>
            </a:pPr>
            <a:r>
              <a:t>• Frontend: HTML5, Vanilla CSS</a:t>
            </a:r>
          </a:p>
          <a:p>
            <a:pPr lvl="1">
              <a:defRPr sz="1600">
                <a:solidFill>
                  <a:srgbClr val="334155"/>
                </a:solidFill>
              </a:defRPr>
            </a:pPr>
            <a:r>
              <a:t>• Security: Flask-WTF (CSRF), Cryptography (Fernet)</a:t>
            </a:r>
          </a:p>
          <a:p>
            <a:pPr lvl="1">
              <a:defRPr sz="1600">
                <a:solidFill>
                  <a:srgbClr val="334155"/>
                </a:solidFill>
              </a:defRPr>
            </a:pPr>
            <a:r>
              <a:t>• Data Storage: CSV (Encrypted)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システムアーキテクチャ</a:t>
            </a:r>
          </a:p>
        </p:txBody>
      </p:sp>
      <p:pic>
        <p:nvPicPr>
          <p:cNvPr id="3" name="Picture 2" descr="system_architecture_17656720995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3層アーキテクチャによる明確な責務分離とセキュアなデータ管理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画面遷移フロー</a:t>
            </a:r>
          </a:p>
        </p:txBody>
      </p:sp>
      <p:pic>
        <p:nvPicPr>
          <p:cNvPr id="3" name="Picture 2" descr="screen_transition_flow_1765672124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主要機能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🔐 認証・セキュリティ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ログイン認証機能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パスワードハッシュ化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ログイン試行回数制限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CSRF保護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セッション管理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384048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👥 顧客管理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顧客情報の登録・編集・削除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高度な検索機能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AES暗号化による保存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顧客一覧表示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操作ログ記録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384048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776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💰 課金管理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プラン別制限管理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使用量カウント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月次請求計算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請求履歴管理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プランアップグレード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3840480"/>
            <a:ext cx="384048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9776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👤 利用者管理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389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利用者の追加・削除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プラン変更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権限管理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利用状況確認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管理者機能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料金体系 - サブスクリプション型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37744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366F1"/>
                </a:solidFill>
              </a:defRPr>
            </a:pPr>
            <a: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</a:defRPr>
            </a:pPr>
            <a:r>
              <a:t>¥500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/月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✓ 顧客登録: 100件まで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✓ 検索: 50回/日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✓ 編集・削除: 無制限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✓ サポート: メール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37744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544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F46E5"/>
                </a:solidFill>
              </a:defRPr>
            </a:pPr>
            <a:r>
              <a:t>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</a:defRPr>
            </a:pPr>
            <a:r>
              <a:t>¥1,500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43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918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✓ 顧客登録: 1,000件まで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✓ 検索: 500回/日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✓ 編集・削除: 無制限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✓ サポート: メール+チャット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371600"/>
            <a:ext cx="237744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338CA"/>
                </a:solidFill>
              </a:defRPr>
            </a:pPr>
            <a:r>
              <a:t>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</a:defRPr>
            </a:pPr>
            <a:r>
              <a:t>¥3,000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/月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2918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✓ 顧客登録: 無制限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✓ 検索: 無制限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✓ 編集・削除: 無制限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✓ サポート: フルサポート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料金体系 - 従量課金・トランザクション型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従量課金型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基本料金: ¥0/月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顧客登録: ¥200/100件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検索: ¥100/100回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編集・削除: 無料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365760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トランザクション型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顧客登録: ¥10/件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顧客編集: ¥5/件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顧客削除: 無料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検索: ¥1/回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931920"/>
            <a:ext cx="457200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4114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A855F7"/>
                </a:solidFill>
              </a:defRPr>
            </a:pPr>
            <a:r>
              <a:t>ハイブリッド型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6634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基本料金: ¥1,000/月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顧客登録: 500件まで無料、超過分¥500/500件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検索: 200回/日まで無料、超過分¥100/100回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編集・削除: 無制限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セキュリティ機能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データ暗号化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37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顧客情報はAES-256で暗号化してCSVに保存。万が一ファイルが流出しても復号不可能。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402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パスワード保護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06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ユーザーパスワードはハッシュ化（bcrypt）して保存。平文での保存は一切なし。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089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CSRF保護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4747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Flask-WTFによるCSRFトークン検証で、クロスサイトリクエストフォージェリを防止。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⏱️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9776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ログイン試行制限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43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ブルートフォース攻撃対策として、連続ログイン失敗時にアカウントを一時ロック。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8463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操作ログ記録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212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全ての顧客情報操作（登録・編集・削除・検索）を記録し、監査証跡を確保。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7150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アクセス制御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6080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セッションベースの認証により、未認証ユーザーは顧客情報にアクセス不可。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✓ セキュアな顧客情報管理システム</a:t>
            </a:r>
          </a:p>
          <a:p>
            <a:pPr algn="ctr"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✓ 柔軟な6種類の課金プラン</a:t>
            </a:r>
          </a:p>
          <a:p>
            <a:pPr algn="ctr"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✓ 軽量なCSVベースのデータ管理</a:t>
            </a:r>
          </a:p>
          <a:p>
            <a:pPr algn="ctr"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✓ モダンでプレミアムなUI/UX</a:t>
            </a:r>
          </a:p>
          <a:p>
            <a:pPr algn="ctr"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✓ 中小企業・個人事業主に最適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